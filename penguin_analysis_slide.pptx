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3" Type="http://schemas.openxmlformats.org/officeDocument/2006/relationships/viewProps" Target="viewProps.xml" /><Relationship Id="rId7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5" Type="http://schemas.openxmlformats.org/officeDocument/2006/relationships/tableStyles" Target="tableStyles.xml" /><Relationship Id="rId7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14.png" /><Relationship Id="rId2" Type="http://schemas.openxmlformats.org/officeDocument/2006/relationships/image" Target="../media/image13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데이터 분석팀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2025년 12월 23일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분석 보고서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프레젠테이션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데이터셋 개요</a:t>
            </a:r>
          </a:p>
          <a:p>
            <a:pPr lvl="0" indent="-342900" marL="342900">
              <a:buAutoNum startAt="2" type="arabicPeriod"/>
            </a:pPr>
            <a:r>
              <a:rPr/>
              <a:t>기본 통계 분석</a:t>
            </a:r>
          </a:p>
          <a:p>
            <a:pPr lvl="0" indent="-342900" marL="342900">
              <a:buAutoNum startAt="3" type="arabicPeriod"/>
            </a:pPr>
            <a:r>
              <a:rPr/>
              <a:t>산점도 분석</a:t>
            </a:r>
          </a:p>
          <a:p>
            <a:pPr lvl="0" indent="-342900" marL="342900">
              <a:buAutoNum startAt="4" type="arabicPeriod"/>
            </a:pPr>
            <a:r>
              <a:rPr/>
              <a:t>분포 분석 (히스토그램, 박스플롯)</a:t>
            </a:r>
          </a:p>
          <a:p>
            <a:pPr lvl="0" indent="-342900" marL="342900">
              <a:buAutoNum startAt="5" type="arabicPeriod"/>
            </a:pPr>
            <a:r>
              <a:rPr/>
              <a:t>바이올린플롯 및 상관관계</a:t>
            </a:r>
          </a:p>
          <a:p>
            <a:pPr lvl="0" indent="-342900" marL="342900">
              <a:buAutoNum startAt="6" type="arabicPeriod"/>
            </a:pPr>
            <a:r>
              <a:rPr/>
              <a:t>카테고리별 분석 (막대그래프, 교차표)</a:t>
            </a:r>
          </a:p>
          <a:p>
            <a:pPr lvl="0" indent="-342900" marL="342900">
              <a:buAutoNum startAt="7" type="arabicPeriod"/>
            </a:pPr>
            <a:r>
              <a:rPr/>
              <a:t>주요 발견사항 및 인사이트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데이터셋 개요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데이터 소스</a:t>
            </a:r>
            <a:r>
              <a:rPr/>
              <a:t>: Seaborn 라이브러리 제공 데이터셋</a:t>
            </a:r>
          </a:p>
          <a:p>
            <a:pPr lvl="0"/>
            <a:r>
              <a:rPr b="1"/>
              <a:t>표본 크기</a:t>
            </a:r>
            <a:r>
              <a:rPr/>
              <a:t>: 333개 (결측치 제거 후)</a:t>
            </a:r>
          </a:p>
          <a:p>
            <a:pPr lvl="0"/>
            <a:r>
              <a:rPr b="1"/>
              <a:t>포함 종</a:t>
            </a:r>
            <a:r>
              <a:rPr/>
              <a:t>: Adelie, Gentoo, Chinstrap 3종</a:t>
            </a:r>
          </a:p>
          <a:p>
            <a:pPr lvl="0"/>
            <a:r>
              <a:rPr b="1"/>
              <a:t>포함 섬</a:t>
            </a:r>
            <a:r>
              <a:rPr/>
              <a:t>: Torgersen, Biscoe, Dream 3개 섬</a:t>
            </a:r>
          </a:p>
          <a:p>
            <a:pPr lvl="0"/>
            <a:r>
              <a:rPr b="1"/>
              <a:t>측정 항목</a:t>
            </a:r>
            <a:r>
              <a:rPr/>
              <a:t>:</a:t>
            </a:r>
          </a:p>
          <a:p>
            <a:pPr lvl="1"/>
            <a:r>
              <a:rPr/>
              <a:t>부리 길이, 부리 깊이, 날개 길이, 체질량, 성별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데이터셋의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✓ 생물학적 종다양성 데이터 ✓ 지리적 분포 비교 가능 ✓ 성별 이형성 분석 가능 ✓ 기계학습 분류 모델 학습용으로 적합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데이터 탐색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 구성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값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총 관측치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333개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특성 개수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결측치 제거 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344개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결측치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11개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범주형 데이터 분포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20.4%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기본 통계 분석 (1/2)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수치형 특성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최소값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최대값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 (g)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4207.06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부리 길이</a:t>
            </a:r>
            <a:r>
              <a:rPr/>
              <a:t>: 32mm의 큰 변동폭 → 종 간 명확한 차이 존재</a:t>
            </a:r>
          </a:p>
          <a:p>
            <a:pPr lvl="0"/>
            <a:r>
              <a:rPr b="1"/>
              <a:t>체질량</a:t>
            </a:r>
            <a:r>
              <a:rPr/>
              <a:t>: 805g의 표준편차 → 신체 크기의 개인차가 상당함</a:t>
            </a:r>
          </a:p>
          <a:p>
            <a:pPr lvl="0"/>
            <a:r>
              <a:rPr b="1"/>
              <a:t>날개 길이</a:t>
            </a:r>
            <a:r>
              <a:rPr/>
              <a:t>: 상대적으로 안정적 → 신뢰성 높은 종별 분류 지표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기본 통계 분석 (2/2)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성별 및 섬별 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성별 분포</a:t>
            </a:r>
          </a:p>
          <a:p>
            <a:pPr lvl="0"/>
            <a:r>
              <a:rPr b="1"/>
              <a:t>수컷</a:t>
            </a:r>
            <a:r>
              <a:rPr/>
              <a:t>: 168개 (50.5%)</a:t>
            </a:r>
          </a:p>
          <a:p>
            <a:pPr lvl="0"/>
            <a:r>
              <a:rPr b="1"/>
              <a:t>암컷</a:t>
            </a:r>
            <a:r>
              <a:rPr/>
              <a:t>: 165개 (49.5%) → 거의 완벽한 1:1 비율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섬별 분포</a:t>
            </a:r>
          </a:p>
          <a:p>
            <a:pPr lvl="0"/>
            <a:r>
              <a:rPr b="1"/>
              <a:t>Biscoe</a:t>
            </a:r>
            <a:r>
              <a:rPr/>
              <a:t>: 163개 (48.9%)</a:t>
            </a:r>
          </a:p>
          <a:p>
            <a:pPr lvl="0"/>
            <a:r>
              <a:rPr b="1"/>
              <a:t>Dream</a:t>
            </a:r>
            <a:r>
              <a:rPr/>
              <a:t>: 123개 (36.9%)</a:t>
            </a:r>
          </a:p>
          <a:p>
            <a:pPr lvl="0"/>
            <a:r>
              <a:rPr b="1"/>
              <a:t>Torgersen</a:t>
            </a:r>
            <a:r>
              <a:rPr/>
              <a:t>: 47개 (14.1%)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수집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✓ 성별 편향이 없는 균형잡힌 표본 ✓ 섬별 표본 크기 차이 존재 ✓ 신뢰성 있는 통계 분석 가능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산점도 분석 (1/2)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1: 부리 길이 vs 부리 깊이 (종별)</a:t>
            </a:r>
          </a:p>
        </p:txBody>
      </p:sp>
      <p:pic>
        <p:nvPicPr>
          <p:cNvPr descr="graph_1_scatter_bi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vs 부리 깊이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발견사항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세 종이 명확하게 구분됨</a:t>
            </a:r>
          </a:p>
          <a:p>
            <a:pPr lvl="0"/>
            <a:r>
              <a:rPr b="1"/>
              <a:t>Adelie</a:t>
            </a:r>
            <a:r>
              <a:rPr/>
              <a:t>: 부리가 짧고 깊은 경향</a:t>
            </a:r>
          </a:p>
          <a:p>
            <a:pPr lvl="0"/>
            <a:r>
              <a:rPr b="1"/>
              <a:t>Gentoo</a:t>
            </a:r>
            <a:r>
              <a:rPr/>
              <a:t>: 부리가 길고 얕은 경향</a:t>
            </a:r>
          </a:p>
          <a:p>
            <a:pPr lvl="0"/>
            <a:r>
              <a:rPr b="1"/>
              <a:t>Chinstrap</a:t>
            </a:r>
            <a:r>
              <a:rPr/>
              <a:t>: 중간 크기의 부리 특징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산점도 분석 (2/2)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2 &amp; 3: 체질량 관계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그래프 2: 체질량 vs 부리 길이 (성별)</a:t>
            </a:r>
          </a:p>
        </p:txBody>
      </p:sp>
      <p:pic>
        <p:nvPicPr>
          <p:cNvPr descr="graph_2_scatter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체질량 vs 부리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인사이트</a:t>
            </a:r>
          </a:p>
          <a:p>
            <a:pPr lvl="0"/>
            <a:r>
              <a:rPr/>
              <a:t>수컷이 암컷보다 더 크고 무거움</a:t>
            </a:r>
          </a:p>
          <a:p>
            <a:pPr lvl="0"/>
            <a:r>
              <a:rPr/>
              <a:t>선형 양의 상관관계 (r=0.59)</a:t>
            </a:r>
          </a:p>
          <a:p>
            <a:pPr lvl="0"/>
            <a:r>
              <a:rPr/>
              <a:t>성별 이형성 명확함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산점도 분석 (3/3)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3: 날개 길이 vs 체질량</a:t>
            </a:r>
          </a:p>
        </p:txBody>
      </p:sp>
      <p:pic>
        <p:nvPicPr>
          <p:cNvPr descr="graph_3_scatter_flipp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vs 체질량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가장 강한 상관관계</a:t>
            </a:r>
            <a:r>
              <a:rPr/>
              <a:t>: r=0.87</a:t>
            </a:r>
          </a:p>
          <a:p>
            <a:pPr lvl="0"/>
            <a:r>
              <a:rPr/>
              <a:t>신체 크기의 전반적 일관성</a:t>
            </a:r>
          </a:p>
          <a:p>
            <a:pPr lvl="0"/>
            <a:r>
              <a:rPr/>
              <a:t>부리 길이로 색상 표시하여 3변수 관계 표현</a:t>
            </a:r>
          </a:p>
          <a:p>
            <a:pPr lvl="0"/>
            <a:r>
              <a:rPr/>
              <a:t>종별 신체 구조의 일정성을 의미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히스토그램 분석 (1/2)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4: 부리 길이 분포</a:t>
            </a:r>
          </a:p>
        </p:txBody>
      </p:sp>
      <p:pic>
        <p:nvPicPr>
          <p:cNvPr descr="graph_4_hist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분포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5: 부리 깊이 분포</a:t>
            </a:r>
          </a:p>
        </p:txBody>
      </p:sp>
      <p:pic>
        <p:nvPicPr>
          <p:cNvPr descr="graph_5_hist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깊이 분포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다봉분포(Multimodal) 패턴 → 종의 다양성 반영</a:t>
            </a:r>
          </a:p>
          <a:p>
            <a:pPr lvl="0"/>
            <a:r>
              <a:rPr/>
              <a:t>부리 길이: 45mm 주변에서 가장 많은 관측</a:t>
            </a:r>
          </a:p>
          <a:p>
            <a:pPr lvl="0"/>
            <a:r>
              <a:rPr/>
              <a:t>부리 깊이: 17-18mm에 집중분포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9. 히스토그램 분석 (2/2)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6: 날개 길이 분포</a:t>
            </a:r>
          </a:p>
        </p:txBody>
      </p:sp>
      <p:pic>
        <p:nvPicPr>
          <p:cNvPr descr="graph_6_hist_flipper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분포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7: 체질량 분포</a:t>
            </a:r>
          </a:p>
        </p:txBody>
      </p:sp>
      <p:pic>
        <p:nvPicPr>
          <p:cNvPr descr="graph_7_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체질량 분포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모든 특성이 다봉분포를 보임</a:t>
            </a:r>
          </a:p>
          <a:p>
            <a:pPr lvl="0"/>
            <a:r>
              <a:rPr/>
              <a:t>종별 신체 크기의 분명한 차이</a:t>
            </a:r>
          </a:p>
          <a:p>
            <a:pPr lvl="0"/>
            <a:r>
              <a:rPr/>
              <a:t>각 종의 고유한 신체 특성을 반영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박스플롯 분석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8 &amp; 9: 종별 신체 특성 비교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그래프 8: 종별 부리 길이</a:t>
            </a:r>
          </a:p>
        </p:txBody>
      </p:sp>
      <p:pic>
        <p:nvPicPr>
          <p:cNvPr descr="graph_8_boxplot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그래프 9: 종별 체질량</a:t>
            </a:r>
          </a:p>
        </p:txBody>
      </p:sp>
      <p:pic>
        <p:nvPicPr>
          <p:cNvPr descr="graph_9_boxplot_ma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체질량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주요 발견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Gentoo</a:t>
            </a:r>
            <a:r>
              <a:rPr/>
              <a:t>: 가장 크고 무거운 종</a:t>
            </a:r>
          </a:p>
          <a:p>
            <a:pPr lvl="0"/>
            <a:r>
              <a:rPr b="1"/>
              <a:t>Adelie</a:t>
            </a:r>
            <a:r>
              <a:rPr/>
              <a:t>: 중간 크기, 개인차 큼</a:t>
            </a:r>
          </a:p>
          <a:p>
            <a:pPr lvl="0"/>
            <a:r>
              <a:rPr b="1"/>
              <a:t>Chinstrap</a:t>
            </a:r>
            <a:r>
              <a:rPr/>
              <a:t>: 가장 작은 종</a:t>
            </a:r>
          </a:p>
          <a:p>
            <a:pPr lvl="0"/>
            <a:r>
              <a:rPr/>
              <a:t>이상치(Outlier) 거의 없음 → 일관성 높음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11. 바이올린플롯 분석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10: 성별 부리 길이 분포</a:t>
            </a:r>
          </a:p>
        </p:txBody>
      </p:sp>
      <p:pic>
        <p:nvPicPr>
          <p:cNvPr descr="graph_10_violin_s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성별 부리 길이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11: 종별/성별 체질량 분포</a:t>
            </a:r>
          </a:p>
        </p:txBody>
      </p:sp>
      <p:pic>
        <p:nvPicPr>
          <p:cNvPr descr="graph_11_violin_species_s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0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종별/성별 체질량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수컷이 암컷보다 일관되게 큼 (3-9mm)</a:t>
            </a:r>
          </a:p>
          <a:p>
            <a:pPr lvl="0"/>
            <a:r>
              <a:rPr/>
              <a:t>종과 성별의 상호작용 효과 명확</a:t>
            </a:r>
          </a:p>
          <a:p>
            <a:pPr lvl="0"/>
            <a:r>
              <a:rPr b="1"/>
              <a:t>Gentoo 수컷</a:t>
            </a:r>
            <a:r>
              <a:rPr/>
              <a:t>: 모든 그룹 중 가장 큼</a:t>
            </a:r>
          </a:p>
          <a:p>
            <a:pPr lvl="0"/>
            <a:r>
              <a:rPr/>
              <a:t>성차(Sexual Dimorphism) 진화적 안정성 시사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12. 상관관계 분석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12: 상관관계 히트맵</a:t>
            </a:r>
          </a:p>
        </p:txBody>
      </p:sp>
      <p:pic>
        <p:nvPicPr>
          <p:cNvPr descr="graph_12_heatmap_corre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7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상관관계 히트맵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상관계수 해석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강한 양의 상관관계</a:t>
            </a:r>
          </a:p>
          <a:p>
            <a:pPr lvl="0"/>
            <a:r>
              <a:rPr b="1"/>
              <a:t>날개 길이 ↔ 체질량</a:t>
            </a:r>
            <a:r>
              <a:rPr/>
              <a:t>: r=0.87 (매우 강함)</a:t>
            </a:r>
          </a:p>
          <a:p>
            <a:pPr lvl="0"/>
            <a:r>
              <a:rPr b="1"/>
              <a:t>부리 길이 ↔ 날개 길이</a:t>
            </a:r>
            <a:r>
              <a:rPr/>
              <a:t>: r=0.65 (중간 강도)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음의 상관관계</a:t>
            </a:r>
          </a:p>
          <a:p>
            <a:pPr lvl="0"/>
            <a:r>
              <a:rPr b="1"/>
              <a:t>부리 깊이 ↔ 체질량</a:t>
            </a:r>
            <a:r>
              <a:rPr/>
              <a:t>: r=-0.47</a:t>
            </a:r>
          </a:p>
          <a:p>
            <a:pPr lvl="0"/>
            <a:r>
              <a:rPr b="1"/>
              <a:t>부리 길이 ↔ 부리 깊이</a:t>
            </a:r>
            <a:r>
              <a:rPr/>
              <a:t>: r=-0.23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생물학적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신체 크기의 일관성</a:t>
            </a:r>
          </a:p>
          <a:p>
            <a:pPr lvl="0"/>
            <a:r>
              <a:rPr/>
              <a:t>종별 고유한 부리 형태 적응</a:t>
            </a:r>
          </a:p>
          <a:p>
            <a:pPr lvl="0"/>
            <a:r>
              <a:rPr/>
              <a:t>먹이 섭취 전략의 차이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13. 막대그래프 분석 (1/2)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13-15: 카테고리별 개체 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그래프 13: 종별 개수</a:t>
            </a:r>
          </a:p>
        </p:txBody>
      </p:sp>
      <p:pic>
        <p:nvPicPr>
          <p:cNvPr descr="graph_13_bar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개수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그래프 14: 성별 개수</a:t>
            </a:r>
          </a:p>
        </p:txBody>
      </p:sp>
      <p:pic>
        <p:nvPicPr>
          <p:cNvPr descr="graph_14_bar_se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22300"/>
            <a:ext cx="51054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성별 개수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Adelie</a:t>
            </a:r>
            <a:r>
              <a:rPr/>
              <a:t>: 146개 (표본 크기 충분)</a:t>
            </a:r>
          </a:p>
          <a:p>
            <a:pPr lvl="0"/>
            <a:r>
              <a:rPr b="1"/>
              <a:t>Gentoo</a:t>
            </a:r>
            <a:r>
              <a:rPr/>
              <a:t>: 119개 (분석 용이)</a:t>
            </a:r>
          </a:p>
          <a:p>
            <a:pPr lvl="0"/>
            <a:r>
              <a:rPr b="1"/>
              <a:t>Chinstrap</a:t>
            </a:r>
            <a:r>
              <a:rPr/>
              <a:t>: 68개 (표본 크기 주의)</a:t>
            </a:r>
          </a:p>
          <a:p>
            <a:pPr lvl="0"/>
            <a:r>
              <a:rPr/>
              <a:t>성별 비율 균등 (168:165)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14. 막대그래프 분석 (2/2)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15: 섬별 개수</a:t>
            </a:r>
          </a:p>
        </p:txBody>
      </p:sp>
      <p:pic>
        <p:nvPicPr>
          <p:cNvPr descr="graph_15_bar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섬별 개수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지역별 분포 특징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섬별 개체수 차이 존재</a:t>
            </a:r>
          </a:p>
          <a:p>
            <a:pPr lvl="0"/>
            <a:r>
              <a:rPr/>
              <a:t>Torgersen 표본 크기 제한적</a:t>
            </a:r>
          </a:p>
          <a:p>
            <a:pPr lvl="0"/>
            <a:r>
              <a:rPr/>
              <a:t>지역별 격리(Geographic Isolation) 시사</a:t>
            </a:r>
          </a:p>
          <a:p>
            <a:pPr lvl="0"/>
            <a:r>
              <a:rPr/>
              <a:t>섬별 생태계 차이 반영 가능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15. 추가 시각화 분석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16: 쌍플롯 (PairPlot)</a:t>
            </a:r>
          </a:p>
        </p:txBody>
      </p:sp>
      <p:pic>
        <p:nvPicPr>
          <p:cNvPr descr="graph_16_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18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쌍플롯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17 &amp; 18: 카운트플롯</a:t>
            </a:r>
          </a:p>
        </p:txBody>
      </p:sp>
      <p:pic>
        <p:nvPicPr>
          <p:cNvPr descr="graph_17_countplot_species_s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종별/성별 카운트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다변량 분석 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모든 변수 간 상호관계 시각화</a:t>
            </a:r>
          </a:p>
          <a:p>
            <a:pPr lvl="0"/>
            <a:r>
              <a:rPr/>
              <a:t>종별 신체 특성 분명한 분리</a:t>
            </a:r>
          </a:p>
          <a:p>
            <a:pPr lvl="0"/>
            <a:r>
              <a:rPr/>
              <a:t>성별 차이 일관된 패턴</a:t>
            </a:r>
          </a:p>
          <a:p>
            <a:pPr lvl="0"/>
            <a:r>
              <a:rPr/>
              <a:t>예측 모델 구축 가능성 높음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16. 교차표 분석 (1/2)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종과 성별 교차표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합계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합계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모든 종에서 성별 비율 균등</a:t>
            </a:r>
          </a:p>
          <a:p>
            <a:pPr lvl="0"/>
            <a:r>
              <a:rPr/>
              <a:t>Adelie와 Chinstrap은 완벽한 1:1 비율</a:t>
            </a:r>
          </a:p>
          <a:p>
            <a:pPr lvl="0"/>
            <a:r>
              <a:rPr/>
              <a:t>데이터 수집의 과학성 증명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17. 교차표 분석 (2/2)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종과 섬 교차표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합계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합계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지역 격리 증거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Adelie</a:t>
            </a:r>
            <a:r>
              <a:rPr/>
              <a:t>: 모든 섬에 분포 (적응력 우수)</a:t>
            </a:r>
          </a:p>
          <a:p>
            <a:pPr lvl="0"/>
            <a:r>
              <a:rPr b="1"/>
              <a:t>Chinstrap</a:t>
            </a:r>
            <a:r>
              <a:rPr/>
              <a:t>: Dream 섬 고유종</a:t>
            </a:r>
          </a:p>
          <a:p>
            <a:pPr lvl="0"/>
            <a:r>
              <a:rPr b="1"/>
              <a:t>Gentoo</a:t>
            </a:r>
            <a:r>
              <a:rPr/>
              <a:t>: Biscoe 섬 고유종 → 진화적 지리적 격리의 증거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18. 피봇테이블 분석 (1/2)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종과 성별 피봇테이블 (평균 부리 길이)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평균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길이의 종과 성별 차이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최대 차이</a:t>
            </a:r>
            <a:r>
              <a:rPr/>
              <a:t>: Chinstrap 수컷(51.09mm) vs Adelie 암컷(37.26mm) = 13.83mm</a:t>
            </a:r>
          </a:p>
          <a:p>
            <a:pPr lvl="0"/>
            <a:r>
              <a:rPr b="1"/>
              <a:t>성별 차이</a:t>
            </a:r>
            <a:r>
              <a:rPr/>
              <a:t>: 수컷이 평균 3.75mm 더 길음</a:t>
            </a:r>
          </a:p>
          <a:p>
            <a:pPr lvl="0"/>
            <a:r>
              <a:rPr b="1"/>
              <a:t>종별 차이</a:t>
            </a:r>
            <a:r>
              <a:rPr/>
              <a:t>: 3.01mm 범위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구분의 최고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✓ 단일 특성만으로도 종 구분 가능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19. 종합 인사이트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주요 발견사항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생물학적 특성의 명확한 분화</a:t>
            </a:r>
          </a:p>
          <a:p>
            <a:pPr lvl="1"/>
            <a:r>
              <a:rPr/>
              <a:t>세 종이 신체 특성에서 뚜렷하게 구분</a:t>
            </a:r>
          </a:p>
          <a:p>
            <a:pPr lvl="1"/>
            <a:r>
              <a:rPr/>
              <a:t>부리 길이가 종 구분의 최고 지표</a:t>
            </a:r>
          </a:p>
          <a:p>
            <a:pPr lvl="0" indent="-342900" marL="342900">
              <a:buAutoNum type="arabicPeriod"/>
            </a:pPr>
            <a:r>
              <a:rPr b="1"/>
              <a:t>성별 이형성의 일관성</a:t>
            </a:r>
          </a:p>
          <a:p>
            <a:pPr lvl="1"/>
            <a:r>
              <a:rPr/>
              <a:t>모든 신체 특성에서 수컷이 3-9mm 더 큼</a:t>
            </a:r>
          </a:p>
          <a:p>
            <a:pPr lvl="1"/>
            <a:r>
              <a:rPr/>
              <a:t>비율은 종과 섬에 관계없이 일관됨</a:t>
            </a:r>
          </a:p>
          <a:p>
            <a:pPr lvl="0" indent="-342900" marL="342900">
              <a:buAutoNum type="arabicPeriod"/>
            </a:pPr>
            <a:r>
              <a:rPr b="1"/>
              <a:t>지리적 격리의 명확한 증거</a:t>
            </a:r>
          </a:p>
          <a:p>
            <a:pPr lvl="1"/>
            <a:r>
              <a:rPr/>
              <a:t>특정 종이 특정 섬에만 분포</a:t>
            </a:r>
          </a:p>
          <a:p>
            <a:pPr lvl="1"/>
            <a:r>
              <a:rPr/>
              <a:t>Adelie만 모든 섬에 분포</a:t>
            </a:r>
          </a:p>
          <a:p>
            <a:pPr lvl="0" indent="-342900" marL="342900">
              <a:buAutoNum type="arabicPeriod"/>
            </a:pPr>
            <a:r>
              <a:rPr b="1"/>
              <a:t>강한 신체 크기 상관성</a:t>
            </a:r>
          </a:p>
          <a:p>
            <a:pPr lvl="1"/>
            <a:r>
              <a:rPr/>
              <a:t>날개 길이와 체질량 상관계수 0.87</a:t>
            </a:r>
          </a:p>
          <a:p>
            <a:pPr lvl="1"/>
            <a:r>
              <a:rPr/>
              <a:t>신체 비율의 진화적 안정성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20. 결론 및 활용 방안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분석의 의의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분류 및 식별</a:t>
            </a:r>
          </a:p>
          <a:p>
            <a:pPr lvl="0"/>
            <a:r>
              <a:rPr/>
              <a:t>부리 길이 단일 특성으로 종 구분 가능</a:t>
            </a:r>
          </a:p>
          <a:p>
            <a:pPr lvl="0"/>
            <a:r>
              <a:rPr/>
              <a:t>성별 판정에는 부리 깊이 또는 체질량 활용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보존 정책</a:t>
            </a:r>
          </a:p>
          <a:p>
            <a:pPr lvl="0"/>
            <a:r>
              <a:rPr/>
              <a:t>Chinstrap과 Gentoo는 서식지 특화 → 지역별 맞춤 보호</a:t>
            </a:r>
          </a:p>
          <a:p>
            <a:pPr lvl="0"/>
            <a:r>
              <a:rPr/>
              <a:t>Adelie는 적응력 높음 → 환경 변화 모니터링 필수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과학적 기여</a:t>
            </a:r>
          </a:p>
          <a:p>
            <a:pPr lvl="0"/>
            <a:r>
              <a:rPr/>
              <a:t>펭귄 진화의 지리적 격리 증거</a:t>
            </a:r>
          </a:p>
          <a:p>
            <a:pPr lvl="0"/>
            <a:r>
              <a:rPr/>
              <a:t>성별 이형성의 안정성 확인</a:t>
            </a:r>
          </a:p>
          <a:p>
            <a:pPr lvl="0"/>
            <a:r>
              <a:rPr/>
              <a:t>기후 변화에 따른 개체군 모니터링 기준점 제공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향후 연구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장기 추이 분석 (시계열 데이터)</a:t>
            </a:r>
          </a:p>
          <a:p>
            <a:pPr lvl="0"/>
            <a:r>
              <a:rPr/>
              <a:t>환경 요인과의 상관관계 분석</a:t>
            </a:r>
          </a:p>
          <a:p>
            <a:pPr lvl="0"/>
            <a:r>
              <a:rPr/>
              <a:t>기계학습을 활용한 종 분류 모델 개발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펭귄 데이터셋 분석</dc:title>
  <dc:creator>데이터 분석팀</dc:creator>
  <cp:keywords/>
  <dcterms:created xsi:type="dcterms:W3CDTF">2025-12-23T13:24:58Z</dcterms:created>
  <dcterms:modified xsi:type="dcterms:W3CDTF">2025-12-23T13:24:58Z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2025년 12월 23일</vt:lpwstr>
  </property>
</Properties>
</file>